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Merriweath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504747"/>
            <a:ext cx="42426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64132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58833"/>
            <a:ext cx="4313625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667900"/>
            <a:ext cx="3706500" cy="3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667900"/>
            <a:ext cx="4166400" cy="54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667900"/>
            <a:ext cx="8520600" cy="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2007600"/>
            <a:ext cx="39999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2007600"/>
            <a:ext cx="39999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667900"/>
            <a:ext cx="8520600" cy="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667900"/>
            <a:ext cx="3127500" cy="24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3187533"/>
            <a:ext cx="3127500" cy="30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1064800"/>
            <a:ext cx="6247800" cy="47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667900"/>
            <a:ext cx="3704400" cy="27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3502300"/>
            <a:ext cx="3704400" cy="12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667900"/>
            <a:ext cx="3954000" cy="54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5825333"/>
            <a:ext cx="9144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6028533"/>
            <a:ext cx="7979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1108233"/>
            <a:ext cx="5334900" cy="165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828567"/>
            <a:ext cx="5334900" cy="12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ctrTitle"/>
          </p:nvPr>
        </p:nvSpPr>
        <p:spPr>
          <a:xfrm>
            <a:off x="247475" y="944158"/>
            <a:ext cx="85206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Attendance Management System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3403325" y="5082575"/>
            <a:ext cx="54903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Automating attendance tracking using OOP</a:t>
            </a:r>
            <a:endParaRPr i="1"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Target Users</a:t>
            </a:r>
            <a:r>
              <a:rPr i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Schools / Colleges / Teachers</a:t>
            </a:r>
            <a:endParaRPr i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510700" y="1600200"/>
            <a:ext cx="8229600" cy="16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6700" lvl="0" marL="3429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Model: Student, Attendance</a:t>
            </a:r>
            <a:endParaRPr sz="2000"/>
          </a:p>
          <a:p>
            <a:pPr indent="-266700" lvl="0" marL="342900" rtl="0" algn="l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Service: AttendanceManager</a:t>
            </a:r>
            <a:endParaRPr sz="2000"/>
          </a:p>
          <a:p>
            <a:pPr indent="-266700" lvl="0" marL="342900" rtl="0" algn="l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Exception: Custom Exceptions</a:t>
            </a:r>
            <a:endParaRPr sz="2000"/>
          </a:p>
          <a:p>
            <a:pPr indent="-266700" lvl="0" marL="342900" rtl="0" algn="l">
              <a:lnSpc>
                <a:spcPct val="105000"/>
              </a:lnSpc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Main: CLI Interface</a:t>
            </a:r>
            <a:endParaRPr sz="2000"/>
          </a:p>
        </p:txBody>
      </p:sp>
      <p:pic>
        <p:nvPicPr>
          <p:cNvPr id="78" name="Google Shape;78;p15" title="ChatGPT Image Mar 29, 2026, 05_32_30 PM.png"/>
          <p:cNvPicPr preferRelativeResize="0"/>
          <p:nvPr/>
        </p:nvPicPr>
        <p:blipFill rotWithShape="1">
          <a:blip r:embed="rId3">
            <a:alphaModFix/>
          </a:blip>
          <a:srcRect b="-11971" l="-9629" r="3697" t="4893"/>
          <a:stretch/>
        </p:blipFill>
        <p:spPr>
          <a:xfrm>
            <a:off x="2915775" y="2793275"/>
            <a:ext cx="6132300" cy="41730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OOP Concepts Used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Encapsulation: Private fields in Student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Abstraction: AttendanceManager hides logic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Polymorphism: Custom exceptions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Layered architecture design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Highlights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457200" y="1600200"/>
            <a:ext cx="82296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Attendance calculation with edge-case handling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File-based persistence (CSV)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tracking using LocalDate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Demo Plan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457200" y="1568075"/>
            <a:ext cx="8229600" cy="17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Student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 Attendance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Attendance %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error handling (invalid ID)</a:t>
            </a:r>
            <a:endParaRPr sz="2000"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6250" y="3456400"/>
            <a:ext cx="4912233" cy="324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Future Scope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Automates attendance efficiently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manual errors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Future: GUI, Database, Performance optimization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